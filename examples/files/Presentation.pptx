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3" r:id="rId2"/>
    <p:sldId id="270" r:id="rId3"/>
    <p:sldId id="268" r:id="rId4"/>
    <p:sldId id="272" r:id="rId5"/>
    <p:sldId id="267" r:id="rId6"/>
    <p:sldId id="277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73"/>
          </p14:sldIdLst>
        </p14:section>
        <p14:section name="Commands, Comments, Teamwork, Selection Pane, Sign In" id="{B9B51309-D148-4332-87C2-07BE32FBCA3B}">
          <p14:sldIdLst>
            <p14:sldId id="270"/>
            <p14:sldId id="268"/>
            <p14:sldId id="272"/>
            <p14:sldId id="267"/>
            <p14:sldId id="277"/>
          </p14:sldIdLst>
        </p14:section>
        <p14:section name="Learn More" id="{2CC34DB2-6590-42C0-AD4B-A04C6060184E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8F8F8"/>
    <a:srgbClr val="D24726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274" autoAdjust="0"/>
  </p:normalViewPr>
  <p:slideViewPr>
    <p:cSldViewPr snapToGrid="0">
      <p:cViewPr varScale="1">
        <p:scale>
          <a:sx n="128" d="100"/>
          <a:sy n="128" d="100"/>
        </p:scale>
        <p:origin x="51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4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88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85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Slide Show mode, select the arrows to visit links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8280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11" y="876724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b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541611" y="2560639"/>
            <a:ext cx="9442648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24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2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74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78496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go.microsoft.com/fwlink/?LinkId=617172" TargetMode="Externa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9582736" cy="2389365"/>
          </a:xfrm>
        </p:spPr>
        <p:txBody>
          <a:bodyPr>
            <a:normAutofit/>
          </a:bodyPr>
          <a:lstStyle/>
          <a:p>
            <a:r>
              <a:rPr lang="en-US" sz="4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PowerPoint for Mac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28726" y="2933105"/>
            <a:ext cx="9582736" cy="1133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tips for a simpler way to work</a:t>
            </a:r>
          </a:p>
        </p:txBody>
      </p:sp>
      <p:pic>
        <p:nvPicPr>
          <p:cNvPr id="4" name="PowerPoint Logo" descr="PowerPoint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66942" y="5209538"/>
            <a:ext cx="247418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1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Quick access to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233" y="1747805"/>
            <a:ext cx="10805931" cy="4767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the top of your document,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Quick Access Toolbar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puts the commands you use frequently just one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away.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Quick Access Toolbar icons with description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4" y="2164624"/>
            <a:ext cx="6207314" cy="1797165"/>
          </a:xfrm>
          <a:prstGeom prst="rect">
            <a:avLst/>
          </a:prstGeom>
        </p:spPr>
      </p:pic>
      <p:sp>
        <p:nvSpPr>
          <p:cNvPr id="54" name="Content Placeholder 3"/>
          <p:cNvSpPr txBox="1">
            <a:spLocks/>
          </p:cNvSpPr>
          <p:nvPr/>
        </p:nvSpPr>
        <p:spPr>
          <a:xfrm>
            <a:off x="576233" y="3821376"/>
            <a:ext cx="5606203" cy="2505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commands currently shown aren’t quite what you need, customize the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Access Toolbar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 it: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Customize Quick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Toolbar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select command names to add or remove them from the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Access Toolbar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8" name="Picture 17" descr="Customizing Quick Access Toolbar showing default command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21" y="4026666"/>
            <a:ext cx="4458411" cy="24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2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Give feedback in comments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49945" y="1731495"/>
            <a:ext cx="7022443" cy="334972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Comments are organized as conversations, so you can easily discuss what's on a slide. This is a great way to quickly add your feedback.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it: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somewhere in this paragraph, and then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tab.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 Comment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type something.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type something.</a:t>
            </a:r>
          </a:p>
        </p:txBody>
      </p:sp>
      <p:pic>
        <p:nvPicPr>
          <p:cNvPr id="13" name="Picture 1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D0C7020-70DF-403C-8E8C-383561EE3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25" y="2434930"/>
            <a:ext cx="2704762" cy="9714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12FCF1B-A886-4E39-85B1-F73360C0D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65762" y="3647901"/>
            <a:ext cx="2540925" cy="2055765"/>
            <a:chOff x="6565762" y="3647901"/>
            <a:chExt cx="2540925" cy="2055765"/>
          </a:xfrm>
        </p:grpSpPr>
        <p:pic>
          <p:nvPicPr>
            <p:cNvPr id="10" name="Picture 9" descr="Comment pane showing a comment and a reply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5762" y="3647901"/>
              <a:ext cx="2540925" cy="2055765"/>
            </a:xfrm>
            <a:prstGeom prst="rect">
              <a:avLst/>
            </a:prstGeom>
          </p:spPr>
        </p:pic>
        <p:pic>
          <p:nvPicPr>
            <p:cNvPr id="8" name="Picture 7" descr="A close up of a logo&#10;&#10;Description generated with very high confidence">
              <a:extLst>
                <a:ext uri="{FF2B5EF4-FFF2-40B4-BE49-F238E27FC236}">
                  <a16:creationId xmlns:a16="http://schemas.microsoft.com/office/drawing/2014/main" id="{C01038F9-BEB1-45B3-A9AD-6CC0B109E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1941" y="3976461"/>
              <a:ext cx="2309659" cy="229328"/>
            </a:xfrm>
            <a:prstGeom prst="rect">
              <a:avLst/>
            </a:prstGeom>
          </p:spPr>
        </p:pic>
      </p:grpSp>
      <p:sp>
        <p:nvSpPr>
          <p:cNvPr id="11" name="Content Placeholder 7"/>
          <p:cNvSpPr txBox="1">
            <a:spLocks/>
          </p:cNvSpPr>
          <p:nvPr/>
        </p:nvSpPr>
        <p:spPr>
          <a:xfrm>
            <a:off x="649945" y="5259007"/>
            <a:ext cx="10393975" cy="889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1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Hint: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you want a quick way to see comments in presentations, just select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Status Bar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bottom of the screen.</a:t>
            </a:r>
          </a:p>
        </p:txBody>
      </p:sp>
      <p:pic>
        <p:nvPicPr>
          <p:cNvPr id="9" name="Picture 8" descr="Comments indicator on the Status Bar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45" y="5904744"/>
            <a:ext cx="4236720" cy="50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7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Designed for teamwork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67873" y="1731495"/>
            <a:ext cx="8218951" cy="4344839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your document stored online, your group can work on it together at the same time.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it works: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Save As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save your document in an online location, like OneDrive.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dirty="0"/>
              <a:t>above the ribbon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Invite people or send a link so they can edit with you.</a:t>
            </a:r>
          </a:p>
        </p:txBody>
      </p:sp>
      <p:pic>
        <p:nvPicPr>
          <p:cNvPr id="10" name="Picture 9" descr="File &gt; Save As in the menu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267" y="2726871"/>
            <a:ext cx="3618708" cy="23567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BA87CF-E277-A645-B0CF-DF469BEAB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417" y="3275789"/>
            <a:ext cx="609600" cy="228600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7327A6C-7E56-4BAE-AE65-D701EFB9E7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82" y="4164639"/>
            <a:ext cx="4771429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8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46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Get organized with the selection pane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1" y="1825624"/>
            <a:ext cx="7362773" cy="467228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great tool to organize and manage the objects on a slide, such as images, shapes, and text boxes.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 subscription-only feature. If you have an Office 365 subscription, you can try it yourself: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it: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to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tab, select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Arrange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renaming an object: Double-click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 “</a:t>
            </a:r>
            <a:r>
              <a:rPr lang="en-US" dirty="0"/>
              <a:t>Large grey rectangle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in the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type a new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changing the order of objects: In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drag and drop the large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grey rectangle so it’s at the top.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toggle visibility of objects in the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Selection Pane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click Show/Hide checkbox.</a:t>
            </a:r>
          </a:p>
        </p:txBody>
      </p:sp>
      <p:pic>
        <p:nvPicPr>
          <p:cNvPr id="9" name="Picture 8" descr="Selection Pan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851" y="2742223"/>
            <a:ext cx="3287123" cy="2984998"/>
          </a:xfrm>
          <a:prstGeom prst="rect">
            <a:avLst/>
          </a:prstGeom>
        </p:spPr>
      </p:pic>
      <p:pic>
        <p:nvPicPr>
          <p:cNvPr id="10" name="Picture 9" descr="Show/Hide checkbox in the selection pane to toggle visibilit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578" y="5947471"/>
            <a:ext cx="543336" cy="359872"/>
          </a:xfrm>
          <a:prstGeom prst="rect">
            <a:avLst/>
          </a:prstGeom>
        </p:spPr>
      </p:pic>
      <p:sp>
        <p:nvSpPr>
          <p:cNvPr id="6" name="Large grey rectangle" descr="Large gray rectangle"/>
          <p:cNvSpPr/>
          <p:nvPr/>
        </p:nvSpPr>
        <p:spPr>
          <a:xfrm>
            <a:off x="8971719" y="1630837"/>
            <a:ext cx="2959726" cy="4940755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mall blue rectangle" descr="Small blue rectangle"/>
          <p:cNvSpPr/>
          <p:nvPr/>
        </p:nvSpPr>
        <p:spPr>
          <a:xfrm>
            <a:off x="9281160" y="2836135"/>
            <a:ext cx="2332740" cy="25301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309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Pick up where you left off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4443" y="1630838"/>
            <a:ext cx="7359497" cy="494075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you sign in to Office 365, your documents go with you wherever you are.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Signing in connects Office to you and to the cloud.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Whenever you launch a program, you’ll see the documents you recently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opened on any of your devices.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Got a favorite presentation? Pin it to that first screen you see when you launch an Office program.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remains pinned even when you sign in to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Office on another computer.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PowerPoint keeps track of where you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off. The next time you open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presentation, PowerPoint invites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to jump directly to where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were last reading or editing.</a:t>
            </a:r>
          </a:p>
        </p:txBody>
      </p:sp>
      <p:pic>
        <p:nvPicPr>
          <p:cNvPr id="8" name="Picture 7" descr="Recent documents butto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216" y="2139696"/>
            <a:ext cx="1041400" cy="1037096"/>
          </a:xfrm>
          <a:prstGeom prst="rect">
            <a:avLst/>
          </a:prstGeom>
        </p:spPr>
      </p:pic>
      <p:pic>
        <p:nvPicPr>
          <p:cNvPr id="11" name="Picture 10" descr="Pinned documents in the Start Plac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220" y="4011605"/>
            <a:ext cx="6604793" cy="1963419"/>
          </a:xfrm>
          <a:prstGeom prst="rect">
            <a:avLst/>
          </a:prstGeom>
        </p:spPr>
      </p:pic>
      <p:pic>
        <p:nvPicPr>
          <p:cNvPr id="13" name="Picture 12" descr="Welcome back fla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080" y="5876069"/>
            <a:ext cx="1928450" cy="43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4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questions about PowerPoint for Mac?</a:t>
            </a:r>
          </a:p>
        </p:txBody>
      </p:sp>
      <p:sp>
        <p:nvSpPr>
          <p:cNvPr id="7" name="Text Instruction 1"/>
          <p:cNvSpPr txBox="1">
            <a:spLocks/>
          </p:cNvSpPr>
          <p:nvPr/>
        </p:nvSpPr>
        <p:spPr>
          <a:xfrm>
            <a:off x="823998" y="2669297"/>
            <a:ext cx="4682996" cy="49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SELECT THE ARROW WHEN IN SLIDE SHOW MODE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823998" y="3195102"/>
            <a:ext cx="9796189" cy="134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out more at the PowerPoint for Mac Help Center.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Visit the PowerPoint team blog.</a:t>
            </a:r>
          </a:p>
        </p:txBody>
      </p:sp>
      <p:pic>
        <p:nvPicPr>
          <p:cNvPr id="10" name="Hyperlinked Picture 9" descr="Arrow pointing right with a hyperlink to PowerPoint for Mac Help Center. Select the image to find out more at the PowerPoint for Mac Help Center">
            <a:hlinkClick r:id="rId3" tooltip="Select here to find out more at the PowerPoint for Mac Help Center.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211" y="3154680"/>
            <a:ext cx="661940" cy="661940"/>
          </a:xfrm>
          <a:prstGeom prst="rect">
            <a:avLst/>
          </a:prstGeom>
        </p:spPr>
      </p:pic>
      <p:pic>
        <p:nvPicPr>
          <p:cNvPr id="3" name="Hyperlinked Picture 2" descr="Arrow pointing right with a hyperlink to the PowerPoint team blog. Select the image to visit the PowerPoint team blog ">
            <a:hlinkClick r:id="rId5" tooltip="Select here to visit the PowerPoint team blog.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716" y="3873789"/>
            <a:ext cx="661940" cy="6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62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BDCB38D-89A7-4028-9490-C6CFD8B9ACEE}" vid="{AD1CAB8A-25D8-47C1-9714-E89BAB2EE49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WelcomeDoc</Template>
  <TotalTime>0</TotalTime>
  <Words>549</Words>
  <Application>Microsoft Macintosh PowerPoint</Application>
  <PresentationFormat>Widescreen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WelcomeDoc</vt:lpstr>
      <vt:lpstr>Welcome to PowerPoint for Mac</vt:lpstr>
      <vt:lpstr>Quick access to commands</vt:lpstr>
      <vt:lpstr>Give feedback in comments</vt:lpstr>
      <vt:lpstr>Designed for teamwork</vt:lpstr>
      <vt:lpstr>Get organized with the selection pane</vt:lpstr>
      <vt:lpstr>Pick up where you left off</vt:lpstr>
      <vt:lpstr>More questions about PowerPoint for Mac?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 for Mac</dc:title>
  <dc:subject/>
  <dc:creator>Timothy Wilson</dc:creator>
  <cp:keywords/>
  <dc:description/>
  <cp:lastModifiedBy>Timothy Wilson</cp:lastModifiedBy>
  <cp:revision>1</cp:revision>
  <dcterms:created xsi:type="dcterms:W3CDTF">2024-02-29T05:25:16Z</dcterms:created>
  <dcterms:modified xsi:type="dcterms:W3CDTF">2024-02-29T05:25:30Z</dcterms:modified>
  <cp:category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rogh@microsoft.com</vt:lpwstr>
  </property>
  <property fmtid="{D5CDD505-2E9C-101B-9397-08002B2CF9AE}" pid="5" name="MSIP_Label_f42aa342-8706-4288-bd11-ebb85995028c_SetDate">
    <vt:lpwstr>2018-02-05T19:56:32.6740186Z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